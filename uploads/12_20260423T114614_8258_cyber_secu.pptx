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 Security Workshop + Tool Installation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AICORE System | Practical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 Security Fundamentals</a:t>
            </a:r>
          </a:p>
          <a:p>
            <a:r>
              <a:t>Hands-on Tools</a:t>
            </a:r>
          </a:p>
          <a:p>
            <a:r>
              <a:t>Real-world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Laptop (8GB RAM minimum)</a:t>
            </a:r>
          </a:p>
          <a:p>
            <a:r>
              <a:t>VirtualBox / VMware</a:t>
            </a:r>
          </a:p>
          <a:p>
            <a:r>
              <a:t>Internet 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Kali Linux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Kali Linux ISO</a:t>
            </a:r>
          </a:p>
          <a:p>
            <a:r>
              <a:t>Install VirtualBox</a:t>
            </a:r>
          </a:p>
          <a:p>
            <a:r>
              <a:t>Create virtual machine</a:t>
            </a:r>
          </a:p>
          <a:p>
            <a:r>
              <a:t>Install OS inside VM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Nmap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Pre-installed in Kali Linux</a:t>
            </a:r>
          </a:p>
          <a:p>
            <a:r>
              <a:t>Windows: Download from official site</a:t>
            </a:r>
          </a:p>
          <a:p>
            <a:r>
              <a:t>Verify installation using 'nmap -v'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Wireshark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from wireshark.org</a:t>
            </a:r>
          </a:p>
          <a:p>
            <a:r>
              <a:t>Install with default settings</a:t>
            </a:r>
          </a:p>
          <a:p>
            <a:r>
              <a:t>Run as administrator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Metasploit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Already in Kali Linux</a:t>
            </a:r>
          </a:p>
          <a:p>
            <a:r>
              <a:t>Start using 'msfconsole'</a:t>
            </a:r>
          </a:p>
          <a:p>
            <a:r>
              <a:t>Update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Burp Suite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community edition</a:t>
            </a:r>
          </a:p>
          <a:p>
            <a:r>
              <a:t>Install Java if required</a:t>
            </a:r>
          </a:p>
          <a:p>
            <a:r>
              <a:t>Configure proxy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Commands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 scan</a:t>
            </a:r>
          </a:p>
          <a:p>
            <a:r>
              <a:t>ping &amp; traceroute</a:t>
            </a:r>
          </a:p>
          <a:p>
            <a:r>
              <a:t>netstat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scanning</a:t>
            </a:r>
          </a:p>
          <a:p>
            <a:r>
              <a:t>Packet capturing</a:t>
            </a:r>
          </a:p>
          <a:p>
            <a:r>
              <a:t>Basic exploitation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&amp;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CEH, CompTIA Security+</a:t>
            </a:r>
          </a:p>
          <a:p>
            <a:r>
              <a:t>Bug bounty platforms</a:t>
            </a:r>
          </a:p>
          <a:p>
            <a:r>
              <a:t>Freelancing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www.aicoresystem.in</a:t>
            </a:r>
          </a:p>
          <a:p>
            <a:r>
              <a:t>hrmanager@aicoresystem.in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151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Cyber Security Workshop + Tool Installation</vt:lpstr>
      <vt:lpstr>Workshop Overview</vt:lpstr>
      <vt:lpstr>Required Setup</vt:lpstr>
      <vt:lpstr>Kali Linux Installation</vt:lpstr>
      <vt:lpstr>Nmap Installation</vt:lpstr>
      <vt:lpstr>Wireshark Installation</vt:lpstr>
      <vt:lpstr>Metasploit Setup</vt:lpstr>
      <vt:lpstr>Burp Suite Installation</vt:lpstr>
      <vt:lpstr>Basic Commands Practice</vt:lpstr>
      <vt:lpstr>Live Demo Plan</vt:lpstr>
      <vt:lpstr>Career &amp; Certifications</vt:lpstr>
      <vt:lpstr>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</dc:creator>
  <cp:keywords/>
  <dc:description>generated using python-pptx</dc:description>
  <cp:lastModifiedBy>Lata Sonkusare</cp:lastModifiedBy>
  <cp:revision>1</cp:revision>
  <dcterms:created xsi:type="dcterms:W3CDTF">2013-01-27T09:14:16Z</dcterms:created>
  <dcterms:modified xsi:type="dcterms:W3CDTF">2026-04-13T07:23:58Z</dcterms:modified>
  <cp:category/>
</cp:coreProperties>
</file>