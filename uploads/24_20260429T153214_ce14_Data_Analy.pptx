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Analysis &amp; Visualization with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Transforming Data into Insights</a:t>
            </a:r>
          </a:p>
          <a:p/>
          <a:p>
            <a:r>
              <a:t>Name / 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 is everywhere</a:t>
            </a:r>
          </a:p>
          <a:p>
            <a:r>
              <a:t>• Raw data is not useful</a:t>
            </a:r>
          </a:p>
          <a:p>
            <a:r>
              <a:t>• AI helps analyze data</a:t>
            </a:r>
          </a:p>
          <a:p>
            <a:r>
              <a:t>• Goal: Meaningful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Data Analysis?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Collecting &amp; interpreting data</a:t>
            </a:r>
          </a:p>
          <a:p>
            <a:r>
              <a:t>• Helps decision-making</a:t>
            </a:r>
          </a:p>
          <a:p>
            <a:r>
              <a:t>• Types: Descriptive, Predictive, etc.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Data Visualization?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Graphical representation</a:t>
            </a:r>
          </a:p>
          <a:p>
            <a:r>
              <a:t>• Easy to understand</a:t>
            </a:r>
          </a:p>
          <a:p>
            <a:r>
              <a:t>• Charts, dashboards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Automates analysis</a:t>
            </a:r>
          </a:p>
          <a:p>
            <a:r>
              <a:t>• Finds patterns</a:t>
            </a:r>
          </a:p>
          <a:p>
            <a:r>
              <a:t>• Handles big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Machine Learning</a:t>
            </a:r>
          </a:p>
          <a:p>
            <a:r>
              <a:t>• Deep Learning</a:t>
            </a:r>
          </a:p>
          <a:p>
            <a:r>
              <a:t>• NLP</a:t>
            </a:r>
          </a:p>
          <a:p>
            <a:r>
              <a:t>• Predictive Analytics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Python</a:t>
            </a:r>
          </a:p>
          <a:p>
            <a:r>
              <a:t>• Power BI</a:t>
            </a:r>
          </a:p>
          <a:p>
            <a:r>
              <a:t>• Tableau</a:t>
            </a:r>
          </a:p>
          <a:p>
            <a:r>
              <a:t>• Excel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Business</a:t>
            </a:r>
          </a:p>
          <a:p>
            <a:r>
              <a:t>• Healthcare</a:t>
            </a:r>
          </a:p>
          <a:p>
            <a:r>
              <a:t>• Finance</a:t>
            </a:r>
          </a:p>
          <a:p>
            <a:r>
              <a:t>• Marketing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Fast decisions</a:t>
            </a:r>
          </a:p>
          <a:p>
            <a:r>
              <a:t>• Accuracy</a:t>
            </a:r>
          </a:p>
          <a:p>
            <a:r>
              <a:t>• Automation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Privacy</a:t>
            </a:r>
          </a:p>
          <a:p>
            <a:r>
              <a:t>• Cost</a:t>
            </a:r>
          </a:p>
          <a:p>
            <a:r>
              <a:t>• Skills needed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Real-time analytics</a:t>
            </a:r>
          </a:p>
          <a:p>
            <a:r>
              <a:t>• Smart dashboards</a:t>
            </a:r>
          </a:p>
          <a:p>
            <a:r>
              <a:t>• Augmented analytics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AI transforms data analysis</a:t>
            </a:r>
          </a:p>
          <a:p>
            <a:r>
              <a:t>• Better decisions</a:t>
            </a:r>
          </a:p>
          <a:p>
            <a:r>
              <a:t>• Data-driven future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