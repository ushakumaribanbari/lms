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Advances &amp; Applications in 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Meta-Learning</a:t>
            </a:r>
          </a:p>
          <a:p>
            <a:r>
              <a:t>Multi-Agent Reinforcement Learning</a:t>
            </a:r>
          </a:p>
          <a:p>
            <a:r>
              <a:t>POMDP</a:t>
            </a:r>
          </a:p>
          <a:p>
            <a:r>
              <a:t>Real-World Applications</a:t>
            </a:r>
          </a:p>
          <a:p>
            <a:r>
              <a:t>Focus on adaptability and scalability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Meta-Learning (Learning to Learn)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adapt quickly to new tasks</a:t>
            </a:r>
          </a:p>
          <a:p>
            <a:r>
              <a:t>Few-shot learning</a:t>
            </a:r>
          </a:p>
          <a:p>
            <a:r>
              <a:t>Examples: MAML, Reptile</a:t>
            </a:r>
          </a:p>
          <a:p>
            <a:r>
              <a:t>Used in robotics, NLP</a:t>
            </a:r>
          </a:p>
          <a:p>
            <a:r>
              <a:t>Helps learn with very little data</a:t>
            </a:r>
          </a:p>
          <a:p>
            <a:r>
              <a:t>Reduces training time using prior knowledge</a:t>
            </a:r>
          </a:p>
          <a:p>
            <a:r>
              <a:t>Used in personalization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Advances in Meta-Learning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generalization</a:t>
            </a:r>
          </a:p>
          <a:p>
            <a:r>
              <a:t>Faster adaptation</a:t>
            </a:r>
          </a:p>
          <a:p>
            <a:r>
              <a:t>Integration with deep learning</a:t>
            </a:r>
          </a:p>
          <a:p>
            <a:r>
              <a:t>Applications in personalization</a:t>
            </a:r>
          </a:p>
          <a:p>
            <a:r>
              <a:t>Enables cross-domain learning</a:t>
            </a:r>
          </a:p>
          <a:p>
            <a:r>
              <a:t>Works well in low-data environments</a:t>
            </a:r>
          </a:p>
          <a:p>
            <a:r>
              <a:t>Used in recommendation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Reinforcement Learning (MARL)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agents interact in shared environment</a:t>
            </a:r>
          </a:p>
          <a:p>
            <a:r>
              <a:t>Cooperative &amp; competitive settings</a:t>
            </a:r>
          </a:p>
          <a:p>
            <a:r>
              <a:t>Applications: games, traffic control</a:t>
            </a:r>
          </a:p>
          <a:p>
            <a:r>
              <a:t>Agents learn from each other</a:t>
            </a:r>
          </a:p>
          <a:p>
            <a:r>
              <a:t>Useful in distributed systems</a:t>
            </a:r>
          </a:p>
          <a:p>
            <a:r>
              <a:t>Used in smart cities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Advances in MARL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Scalability improvements</a:t>
            </a:r>
          </a:p>
          <a:p>
            <a:r>
              <a:t>Communication between agents</a:t>
            </a:r>
          </a:p>
          <a:p>
            <a:r>
              <a:t>Decentralized training</a:t>
            </a:r>
          </a:p>
          <a:p>
            <a:r>
              <a:t>Examples: AlphaStar, OpenAI Five</a:t>
            </a:r>
          </a:p>
          <a:p>
            <a:r>
              <a:t>Better coordination strategies</a:t>
            </a:r>
          </a:p>
          <a:p>
            <a:r>
              <a:t>Real-world deployment improving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Partially Observable MDP (POMDP)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cannot fully observe environment</a:t>
            </a:r>
          </a:p>
          <a:p>
            <a:r>
              <a:t>Uses belief states</a:t>
            </a:r>
          </a:p>
          <a:p>
            <a:r>
              <a:t>Handles uncertainty</a:t>
            </a:r>
          </a:p>
          <a:p>
            <a:r>
              <a:t>Used in robotics &amp; healthcare</a:t>
            </a:r>
          </a:p>
          <a:p>
            <a:r>
              <a:t>Works in incomplete information scenarios</a:t>
            </a:r>
          </a:p>
          <a:p>
            <a:r>
              <a:t>Improves decision-making under uncertainty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Advances in POMDP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RL integration</a:t>
            </a:r>
          </a:p>
          <a:p>
            <a:r>
              <a:t>Better planning</a:t>
            </a:r>
          </a:p>
          <a:p>
            <a:r>
              <a:t>Autonomous systems use</a:t>
            </a:r>
          </a:p>
          <a:p>
            <a:r>
              <a:t>Improved uncertainty handling</a:t>
            </a:r>
          </a:p>
          <a:p>
            <a:r>
              <a:t>Real-time decision 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RL in 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Healthcare: treatment planning</a:t>
            </a:r>
          </a:p>
          <a:p>
            <a:r>
              <a:t>Finance: trading strategies</a:t>
            </a:r>
          </a:p>
          <a:p>
            <a:r>
              <a:t>Robotics: automation</a:t>
            </a:r>
          </a:p>
          <a:p>
            <a:r>
              <a:t>Autonomous vehicles</a:t>
            </a:r>
          </a:p>
          <a:p>
            <a:r>
              <a:t>Energy optimization</a:t>
            </a:r>
          </a:p>
          <a:p>
            <a:r>
              <a:t>Supply chain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Real-World 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inefficiency</a:t>
            </a:r>
          </a:p>
          <a:p>
            <a:r>
              <a:t>Safety concerns</a:t>
            </a:r>
          </a:p>
          <a:p>
            <a:r>
              <a:t>Scalability</a:t>
            </a:r>
          </a:p>
          <a:p>
            <a:r>
              <a:t>Interpretability</a:t>
            </a:r>
          </a:p>
          <a:p>
            <a:r>
              <a:t>High computational cost</a:t>
            </a:r>
          </a:p>
          <a:p>
            <a:r>
              <a:t>Ethical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Safer RL systems</a:t>
            </a:r>
          </a:p>
          <a:p>
            <a:r>
              <a:t>Better generalization</a:t>
            </a:r>
          </a:p>
          <a:p>
            <a:r>
              <a:t>Human-AI collaboration</a:t>
            </a:r>
          </a:p>
          <a:p>
            <a:r>
              <a:t>Real-time deployment</a:t>
            </a:r>
          </a:p>
          <a:p>
            <a:r>
              <a:t>Explainable AI</a:t>
            </a:r>
          </a:p>
          <a:p>
            <a:r>
              <a:t>More real-world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